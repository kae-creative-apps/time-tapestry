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Icon traced from the approved original screenshot. Source overlap measured 99.33%. This is a reconstruction, not a recovered original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Patterns traced from the approved board. Use intact supplied assets. Do not replace them with repeated disconnected t symbols.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x 4 inch proof artwork. 0.125 inch bleed variants supplied. RGB files are not certified CMYK or PDF/X. Confirm physical proof and printer requirements before a production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 SVG is preferred for websites and scaling. PNG is a compatibility fallback. White variants need a dark background. Logos are embedded images with source SVGs supplied separately; slide text and layout are editable.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woven together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warm, modern identity for the stories of faith and generosity that connect generations.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01</a:t>
            </a:r>
            <a:endParaRPr lang="en-US" sz="900" dirty="0"/>
          </a:p>
        </p:txBody>
      </p:sp>
      <p:pic>
        <p:nvPicPr>
          <p:cNvPr id="6" name="Image 0" descr="/Users/tayloehansen/Studio/clients/foronestudios/2026-10-time-tapestry/brand-kit_v39/assets/logos/time-tapestry-primary-espresso_v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48840"/>
            <a:ext cx="4023360" cy="3657600"/>
          </a:xfrm>
          <a:prstGeom prst="rect">
            <a:avLst/>
          </a:prstGeom>
        </p:spPr>
      </p:pic>
      <p:pic>
        <p:nvPicPr>
          <p:cNvPr id="7" name="Image 1" descr="/Users/tayloehansen/Studio/clients/foronestudios/2026-10-time-tapestry/brand-kit_v39/print/postcard-front_v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86000"/>
            <a:ext cx="5669280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icon, one master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color and application uses the same restored outline and woven crossover.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02</a:t>
            </a:r>
            <a:endParaRPr lang="en-US" sz="900" dirty="0"/>
          </a:p>
        </p:txBody>
      </p:sp>
      <p:pic>
        <p:nvPicPr>
          <p:cNvPr id="6" name="Image 0" descr="/Users/tayloehansen/Studio/clients/foronestudios/2026-10-time-tapestry/brand-kit_v39/assets/logos/tt-icon-espresso_v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31720"/>
            <a:ext cx="2103120" cy="2286000"/>
          </a:xfrm>
          <a:prstGeom prst="rect">
            <a:avLst/>
          </a:prstGeom>
        </p:spPr>
      </p:pic>
      <p:pic>
        <p:nvPicPr>
          <p:cNvPr id="7" name="Image 1" descr="/Users/tayloehansen/Studio/clients/foronestudios/2026-10-time-tapestry/brand-kit_v39/assets/logos/tt-icon-peach_v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31720"/>
            <a:ext cx="2103120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58200" y="2057400"/>
            <a:ext cx="3063240" cy="2880360"/>
          </a:xfrm>
          <a:prstGeom prst="rect">
            <a:avLst/>
          </a:prstGeom>
          <a:solidFill>
            <a:srgbClr val="3B2A21"/>
          </a:solidFill>
          <a:ln w="12700">
            <a:solidFill>
              <a:srgbClr val="3B2A21"/>
            </a:solidFill>
            <a:prstDash val="solid"/>
          </a:ln>
        </p:spPr>
      </p:sp>
      <p:pic>
        <p:nvPicPr>
          <p:cNvPr id="9" name="Image 2" descr="/Users/tayloehansen/Studio/clients/foronestudios/2026-10-time-tapestry/brand-kit_v39/assets/logos/tt-icon-white_v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331720"/>
            <a:ext cx="2103120" cy="2286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98348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Peach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68680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on dark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matching stacked wordmark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type size on both lines. The same custom t appears three times, with a separated crossbar and compact rounded foot.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03</a:t>
            </a:r>
            <a:endParaRPr lang="en-US" sz="900" dirty="0"/>
          </a:p>
        </p:txBody>
      </p:sp>
      <p:pic>
        <p:nvPicPr>
          <p:cNvPr id="6" name="Image 0" descr="/Users/tayloehansen/Studio/clients/foronestudios/2026-10-time-tapestry/brand-kit_v39/assets/wordmarks/time-tapestry-stacked-espresso_v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5577840" cy="2496312"/>
          </a:xfrm>
          <a:prstGeom prst="rect">
            <a:avLst/>
          </a:prstGeom>
        </p:spPr>
      </p:pic>
      <p:pic>
        <p:nvPicPr>
          <p:cNvPr id="7" name="Image 1" descr="/Users/tayloehansen/Studio/clients/foronestudios/2026-10-time-tapestry/brand-kit_v39/assets/wordmarks/time-tapestry-stacked-peach_v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88920"/>
            <a:ext cx="4114800" cy="18470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5486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Quicksand 600 for the outlined wordmark. Manrope for supporting text.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supplied SVG instead of retyping the logo.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color, a clean white canvas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roles give the colors meaning through their use. They are design intentions, not universal psychological claims.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1417320" cy="1417320"/>
          </a:xfrm>
          <a:prstGeom prst="ellipse">
            <a:avLst/>
          </a:prstGeom>
          <a:solidFill>
            <a:srgbClr val="3B2A21"/>
          </a:solidFill>
          <a:ln w="12700">
            <a:solidFill>
              <a:srgbClr val="3B2A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389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#3B2A21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93776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lasting foundation.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logo and readable text.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07792" y="2286000"/>
            <a:ext cx="1417320" cy="1417320"/>
          </a:xfrm>
          <a:prstGeom prst="ellipse">
            <a:avLst/>
          </a:prstGeom>
          <a:solidFill>
            <a:srgbClr val="B98B74"/>
          </a:solidFill>
          <a:ln w="12700">
            <a:solidFill>
              <a:srgbClr val="B98B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07792" y="4389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#B98B74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07792" y="493776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warmth.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Accents and postcard gradients.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21224" y="2286000"/>
            <a:ext cx="1417320" cy="1417320"/>
          </a:xfrm>
          <a:prstGeom prst="ellipse">
            <a:avLst/>
          </a:prstGeom>
          <a:solidFill>
            <a:srgbClr val="868973"/>
          </a:solidFill>
          <a:ln w="12700">
            <a:solidFill>
              <a:srgbClr val="8689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21224" y="4389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#868973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21224" y="493776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and connection.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patterns and surfaces.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34656" y="2286000"/>
            <a:ext cx="1417320" cy="1417320"/>
          </a:xfrm>
          <a:prstGeom prst="ellipse">
            <a:avLst/>
          </a:prstGeom>
          <a:solidFill>
            <a:srgbClr val="6A5747"/>
          </a:solidFill>
          <a:ln w="12700">
            <a:solidFill>
              <a:srgbClr val="6A57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Walnut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34656" y="4389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#6A5747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34656" y="493776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depth.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graphic accents.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48088" y="2286000"/>
            <a:ext cx="1417320" cy="1417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48088" y="4389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48088" y="4937760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for the story.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and writing surfaces.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locked patterns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interlocking repeat creates tapestry. The broad crossing threads create movement and connection.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05</a:t>
            </a:r>
            <a:endParaRPr lang="en-US" sz="900" dirty="0"/>
          </a:p>
        </p:txBody>
      </p:sp>
      <p:pic>
        <p:nvPicPr>
          <p:cNvPr id="6" name="Image 0" descr="/Users/tayloehansen/Studio/clients/foronestudios/2026-10-time-tapestry/brand-kit_v39/assets/patterns/interlocking-pattern_v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94560"/>
            <a:ext cx="5120640" cy="4306824"/>
          </a:xfrm>
          <a:prstGeom prst="rect">
            <a:avLst/>
          </a:prstGeom>
        </p:spPr>
      </p:pic>
      <p:pic>
        <p:nvPicPr>
          <p:cNvPr id="7" name="Image 1" descr="/Users/tayloehansen/Studio/clients/foronestudios/2026-10-time-tapestry/brand-kit_v39/assets/patterns/flowing-thread_v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60320"/>
            <a:ext cx="5029200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gradient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Peach, moss and white blend into soft supporting forms. Keep the logo solid and keep text outside decorative gradients.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06</a:t>
            </a:r>
            <a:endParaRPr lang="en-US" sz="900" dirty="0"/>
          </a:p>
        </p:txBody>
      </p:sp>
      <p:pic>
        <p:nvPicPr>
          <p:cNvPr id="6" name="Image 0" descr="/Users/tayloehansen/Studio/clients/foronestudios/2026-10-time-tapestry/brand-kit_v39/assets/gradients/gradient-circle-peach-moss_v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3291840" cy="3291840"/>
          </a:xfrm>
          <a:prstGeom prst="rect">
            <a:avLst/>
          </a:prstGeom>
        </p:spPr>
      </p:pic>
      <p:pic>
        <p:nvPicPr>
          <p:cNvPr id="7" name="Image 1" descr="/Users/tayloehansen/Studio/clients/foronestudios/2026-10-time-tapestry/brand-kit_v39/assets/gradients/gradient-circle-peach-white_v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94560"/>
            <a:ext cx="3291840" cy="3291840"/>
          </a:xfrm>
          <a:prstGeom prst="rect">
            <a:avLst/>
          </a:prstGeom>
        </p:spPr>
      </p:pic>
      <p:pic>
        <p:nvPicPr>
          <p:cNvPr id="8" name="Image 2" descr="/Users/tayloehansen/Studio/clients/foronestudios/2026-10-time-tapestry/brand-kit_v39/assets/gradients/gradient-circle-moss-white_v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94560"/>
            <a:ext cx="3291840" cy="3291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subtle peach-to-white gradient also belongs on the postcard front.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postcard that feels personal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 front, a clean white back, and space for a real story.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07</a:t>
            </a:r>
            <a:endParaRPr lang="en-US" sz="900" dirty="0"/>
          </a:p>
        </p:txBody>
      </p:sp>
      <p:pic>
        <p:nvPicPr>
          <p:cNvPr id="6" name="Image 0" descr="/Users/tayloehansen/Studio/clients/foronestudios/2026-10-time-tapestry/brand-kit_v39/print/postcard-front_v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77440"/>
            <a:ext cx="5303520" cy="3538728"/>
          </a:xfrm>
          <a:prstGeom prst="rect">
            <a:avLst/>
          </a:prstGeom>
        </p:spPr>
      </p:pic>
      <p:pic>
        <p:nvPicPr>
          <p:cNvPr id="7" name="Image 1" descr="/Users/tayloehansen/Studio/clients/foronestudios/2026-10-time-tapestry/brand-kit_v39/print/postcard-back_v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TAPESTRY / DESIGN KIT 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use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folder separates master assets, applications and evidence so the identity stays consistent.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747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607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assets/logos     Icons and primary logos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assets/wordmarks     Matching stacked wordmarks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assets/patterns     Interlocking tapestry and flowing thread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assets/gradients     Transparent supporting forms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    Postcard artwork and bleed proofs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    Tokens and responsive website preview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   Fonts, licenses and approved references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B2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    Export and consistency checks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For One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Tapestry Brand Kit</dc:title>
  <dc:subject>Time Tapestry design assets</dc:subject>
  <dc:creator>For One Studios</dc:creator>
  <cp:lastModifiedBy>For One Studios</cp:lastModifiedBy>
  <cp:revision>1</cp:revision>
  <dcterms:created xsi:type="dcterms:W3CDTF">2026-10-03T02:39:04Z</dcterms:created>
  <dcterms:modified xsi:type="dcterms:W3CDTF">2026-10-03T02:39:04Z</dcterms:modified>
</cp:coreProperties>
</file>